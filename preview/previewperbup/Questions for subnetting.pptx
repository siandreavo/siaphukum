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14"/>
  </p:notesMasterIdLst>
  <p:handoutMasterIdLst>
    <p:handoutMasterId r:id="rId15"/>
  </p:handoutMasterIdLst>
  <p:sldIdLst>
    <p:sldId id="666" r:id="rId2"/>
    <p:sldId id="833" r:id="rId3"/>
    <p:sldId id="834" r:id="rId4"/>
    <p:sldId id="835" r:id="rId5"/>
    <p:sldId id="836" r:id="rId6"/>
    <p:sldId id="837" r:id="rId7"/>
    <p:sldId id="838" r:id="rId8"/>
    <p:sldId id="839" r:id="rId9"/>
    <p:sldId id="840" r:id="rId10"/>
    <p:sldId id="841" r:id="rId11"/>
    <p:sldId id="842" r:id="rId12"/>
    <p:sldId id="843" r:id="rId13"/>
  </p:sldIdLst>
  <p:sldSz cx="9144000" cy="6858000" type="screen4x3"/>
  <p:notesSz cx="6954838" cy="92408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u="sng" kern="1200">
        <a:solidFill>
          <a:schemeClr val="tx1"/>
        </a:solidFill>
        <a:latin typeface="Tahoma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u="sng" kern="1200">
        <a:solidFill>
          <a:schemeClr val="tx1"/>
        </a:solidFill>
        <a:latin typeface="Tahoma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u="sng" kern="1200">
        <a:solidFill>
          <a:schemeClr val="tx1"/>
        </a:solidFill>
        <a:latin typeface="Tahoma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u="sng" kern="1200">
        <a:solidFill>
          <a:schemeClr val="tx1"/>
        </a:solidFill>
        <a:latin typeface="Tahoma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u="sng" kern="1200">
        <a:solidFill>
          <a:schemeClr val="tx1"/>
        </a:solidFill>
        <a:latin typeface="Tahoma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000" b="1" u="sng" kern="1200">
        <a:solidFill>
          <a:schemeClr val="tx1"/>
        </a:solidFill>
        <a:latin typeface="Tahoma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000" b="1" u="sng" kern="1200">
        <a:solidFill>
          <a:schemeClr val="tx1"/>
        </a:solidFill>
        <a:latin typeface="Tahoma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000" b="1" u="sng" kern="1200">
        <a:solidFill>
          <a:schemeClr val="tx1"/>
        </a:solidFill>
        <a:latin typeface="Tahoma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000" b="1" u="sng" kern="1200">
        <a:solidFill>
          <a:schemeClr val="tx1"/>
        </a:solidFill>
        <a:latin typeface="Tahoma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11">
          <p15:clr>
            <a:srgbClr val="A4A3A4"/>
          </p15:clr>
        </p15:guide>
        <p15:guide id="2" pos="219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2B51BD"/>
    <a:srgbClr val="FF9933"/>
    <a:srgbClr val="33CC33"/>
    <a:srgbClr val="FFCC66"/>
    <a:srgbClr val="0099FF"/>
    <a:srgbClr val="9900FF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4" autoAdjust="0"/>
    <p:restoredTop sz="94683" autoAdjust="0"/>
  </p:normalViewPr>
  <p:slideViewPr>
    <p:cSldViewPr>
      <p:cViewPr varScale="1">
        <p:scale>
          <a:sx n="56" d="100"/>
          <a:sy n="56" d="100"/>
        </p:scale>
        <p:origin x="159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49608"/>
    </p:cViewPr>
  </p:sorterViewPr>
  <p:notesViewPr>
    <p:cSldViewPr>
      <p:cViewPr>
        <p:scale>
          <a:sx n="75" d="100"/>
          <a:sy n="75" d="100"/>
        </p:scale>
        <p:origin x="-2069" y="-173"/>
      </p:cViewPr>
      <p:guideLst>
        <p:guide orient="horz" pos="2911"/>
        <p:guide pos="219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6" name="Rectangle 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39738" y="0"/>
            <a:ext cx="585152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81" tIns="45741" rIns="91481" bIns="45741" numCol="1" anchor="b" anchorCtr="0" compatLnSpc="1">
            <a:prstTxWarp prst="textNoShape">
              <a:avLst/>
            </a:prstTxWarp>
          </a:bodyPr>
          <a:lstStyle>
            <a:lvl1pPr defTabSz="912813" eaLnBrk="0" hangingPunct="0">
              <a:tabLst>
                <a:tab pos="5810250" algn="r"/>
              </a:tabLst>
              <a:defRPr sz="1000" u="none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de-DE"/>
              <a:t>	Performance without compromise</a:t>
            </a:r>
            <a:endParaRPr lang="en-US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39738" y="8920163"/>
            <a:ext cx="5851525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81" tIns="45741" rIns="91481" bIns="45741" numCol="1" anchor="b" anchorCtr="0" compatLnSpc="1">
            <a:prstTxWarp prst="textNoShape">
              <a:avLst/>
            </a:prstTxWarp>
          </a:bodyPr>
          <a:lstStyle>
            <a:lvl1pPr defTabSz="912813" eaLnBrk="0" hangingPunct="0">
              <a:tabLst>
                <a:tab pos="2952750" algn="ctr"/>
                <a:tab pos="5907088" algn="r"/>
              </a:tabLst>
              <a:defRPr sz="1000" b="0" u="none" smtClean="0"/>
            </a:lvl1pPr>
          </a:lstStyle>
          <a:p>
            <a:pPr>
              <a:defRPr/>
            </a:pPr>
            <a:r>
              <a:rPr lang="de-DE"/>
              <a:t>www.juniper.net	</a:t>
            </a:r>
            <a:fld id="{8C78D279-E014-4787-B395-2178C21CD12C}" type="datetime7">
              <a:rPr lang="en-US" sz="800"/>
              <a:pPr>
                <a:defRPr/>
              </a:pPr>
              <a:t>Oct-26</a:t>
            </a:fld>
            <a:r>
              <a:rPr lang="de-DE" sz="800"/>
              <a:t>	</a:t>
            </a:r>
            <a:r>
              <a:rPr lang="de-DE"/>
              <a:t>Page </a:t>
            </a:r>
            <a:fld id="{89A7EC14-299F-49FB-9A6E-5F1886114A6A}" type="slidenum">
              <a:rPr lang="de-DE"/>
              <a:pPr>
                <a:defRPr/>
              </a:pPr>
              <a:t>‹#›</a:t>
            </a:fld>
            <a:endParaRPr lang="en-US"/>
          </a:p>
        </p:txBody>
      </p:sp>
      <p:sp>
        <p:nvSpPr>
          <p:cNvPr id="13316" name="Line 8"/>
          <p:cNvSpPr>
            <a:spLocks noChangeShapeType="1"/>
          </p:cNvSpPr>
          <p:nvPr/>
        </p:nvSpPr>
        <p:spPr bwMode="auto">
          <a:xfrm>
            <a:off x="439738" y="8920163"/>
            <a:ext cx="5851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87667" tIns="43834" rIns="87667" bIns="43834"/>
          <a:lstStyle/>
          <a:p>
            <a:pPr>
              <a:defRPr/>
            </a:pPr>
            <a:endParaRPr lang="en-US" u="none"/>
          </a:p>
        </p:txBody>
      </p:sp>
      <p:pic>
        <p:nvPicPr>
          <p:cNvPr id="47109" name="Picture 9" descr="juniper_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813" y="152400"/>
            <a:ext cx="1387475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8" name="Line 10"/>
          <p:cNvSpPr>
            <a:spLocks noChangeShapeType="1"/>
          </p:cNvSpPr>
          <p:nvPr/>
        </p:nvSpPr>
        <p:spPr bwMode="auto">
          <a:xfrm>
            <a:off x="439738" y="647700"/>
            <a:ext cx="5851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87667" tIns="43834" rIns="87667" bIns="43834"/>
          <a:lstStyle/>
          <a:p>
            <a:pPr>
              <a:defRPr/>
            </a:pPr>
            <a:endParaRPr lang="en-US" u="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9988" y="693738"/>
            <a:ext cx="4616450" cy="3463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7100" y="4387850"/>
            <a:ext cx="5100638" cy="415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02" tIns="45951" rIns="91902" bIns="459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39738" y="192088"/>
            <a:ext cx="5851525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81" tIns="45741" rIns="91481" bIns="45741" numCol="1" anchor="b" anchorCtr="0" compatLnSpc="1">
            <a:prstTxWarp prst="textNoShape">
              <a:avLst/>
            </a:prstTxWarp>
          </a:bodyPr>
          <a:lstStyle>
            <a:lvl1pPr eaLnBrk="0" hangingPunct="0">
              <a:tabLst>
                <a:tab pos="5811838" algn="r"/>
              </a:tabLst>
              <a:defRPr sz="1000" u="none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30725" name="Picture 9" descr="juniper_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76200"/>
            <a:ext cx="160337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2516188" y="76200"/>
            <a:ext cx="373697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81" tIns="45741" rIns="91481" bIns="45741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defTabSz="912813" eaLnBrk="0" hangingPunct="0">
              <a:defRPr sz="20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de-DE" sz="1200" u="none"/>
              <a:t>Introduction to IPv6</a:t>
            </a:r>
          </a:p>
          <a:p>
            <a:pPr algn="r">
              <a:lnSpc>
                <a:spcPct val="40000"/>
              </a:lnSpc>
              <a:spcBef>
                <a:spcPct val="50000"/>
              </a:spcBef>
              <a:defRPr/>
            </a:pPr>
            <a:r>
              <a:rPr lang="de-DE" sz="1000" u="none"/>
              <a:t>Workshop for Telekom Austria, 9. October 2001</a:t>
            </a:r>
            <a:endParaRPr lang="en-US" sz="1000" u="none"/>
          </a:p>
        </p:txBody>
      </p:sp>
      <p:sp>
        <p:nvSpPr>
          <p:cNvPr id="10251" name="Rectangle 11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52400" y="8769350"/>
            <a:ext cx="3814763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81" tIns="45741" rIns="91481" bIns="45741" numCol="1" anchor="b" anchorCtr="0" compatLnSpc="1">
            <a:prstTxWarp prst="textNoShape">
              <a:avLst/>
            </a:prstTxWarp>
          </a:bodyPr>
          <a:lstStyle>
            <a:lvl1pPr defTabSz="912813" eaLnBrk="0" hangingPunct="0">
              <a:defRPr sz="800" b="0" u="none" smtClean="0"/>
            </a:lvl1pPr>
          </a:lstStyle>
          <a:p>
            <a:pPr>
              <a:defRPr/>
            </a:pPr>
            <a:endParaRPr lang="de-DE"/>
          </a:p>
          <a:p>
            <a:pPr>
              <a:defRPr/>
            </a:pPr>
            <a:r>
              <a:rPr lang="de-DE"/>
              <a:t>Author: G. Arheilger, Juniper Networks, EMEA Central</a:t>
            </a:r>
          </a:p>
          <a:p>
            <a:pPr>
              <a:defRPr/>
            </a:pPr>
            <a:r>
              <a:rPr lang="en-US"/>
              <a:t>Copyright © 2001 Juniper Networks, Inc. All rights reserved.</a:t>
            </a:r>
          </a:p>
        </p:txBody>
      </p:sp>
      <p:sp>
        <p:nvSpPr>
          <p:cNvPr id="10252" name="Rectangle 12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769350"/>
            <a:ext cx="27432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81" tIns="45741" rIns="91481" bIns="45741" numCol="1" anchor="b" anchorCtr="0" compatLnSpc="1">
            <a:prstTxWarp prst="textNoShape">
              <a:avLst/>
            </a:prstTxWarp>
          </a:bodyPr>
          <a:lstStyle>
            <a:lvl1pPr algn="r" defTabSz="912813" eaLnBrk="0" hangingPunct="0">
              <a:defRPr sz="1000" b="0" u="none" smtClean="0"/>
            </a:lvl1pPr>
          </a:lstStyle>
          <a:p>
            <a:pPr>
              <a:defRPr/>
            </a:pPr>
            <a:fld id="{EB81B88F-8A7C-4EA6-9FD2-D8764949B9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ahoma" pitchFamily="34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ahoma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ahoma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ahoma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ahoma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endParaRPr lang="de-DE"/>
          </a:p>
          <a:p>
            <a:r>
              <a:rPr lang="de-DE"/>
              <a:t>Author: G. Arheilger, Juniper Networks, EMEA Central</a:t>
            </a:r>
          </a:p>
          <a:p>
            <a:r>
              <a:rPr lang="en-US"/>
              <a:t>Copyright © 2001 Juniper Networks, Inc. All rights reserved.</a:t>
            </a:r>
          </a:p>
        </p:txBody>
      </p:sp>
      <p:sp>
        <p:nvSpPr>
          <p:cNvPr id="31747" name="Rectangle 12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1FAF86-D1BB-4AF4-A3FE-0DC2B5A8D646}" type="slidenum">
              <a:rPr lang="en-US"/>
              <a:pPr/>
              <a:t>1</a:t>
            </a:fld>
            <a:endParaRPr lang="en-US"/>
          </a:p>
        </p:txBody>
      </p:sp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4850"/>
            <a:ext cx="4592638" cy="3446463"/>
          </a:xfrm>
          <a:solidFill>
            <a:srgbClr val="FFFFFF"/>
          </a:solidFill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4384675"/>
            <a:ext cx="5146675" cy="4151313"/>
          </a:xfrm>
          <a:solidFill>
            <a:srgbClr val="FFFFFF"/>
          </a:solidFill>
          <a:ln/>
        </p:spPr>
        <p:txBody>
          <a:bodyPr lIns="91623" tIns="45812" rIns="91623" bIns="45812"/>
          <a:lstStyle/>
          <a:p>
            <a:endParaRPr lang="en-US"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1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endParaRPr lang="de-DE"/>
          </a:p>
          <a:p>
            <a:r>
              <a:rPr lang="de-DE"/>
              <a:t>Author: G. Arheilger, Juniper Networks, EMEA Central</a:t>
            </a:r>
          </a:p>
          <a:p>
            <a:r>
              <a:rPr lang="en-US"/>
              <a:t>Copyright © 2001 Juniper Networks, Inc. All rights reserved.</a:t>
            </a:r>
          </a:p>
        </p:txBody>
      </p:sp>
      <p:sp>
        <p:nvSpPr>
          <p:cNvPr id="33795" name="Rectangle 12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006068-C893-44E6-8D50-B340DDEDEAEF}" type="slidenum">
              <a:rPr lang="en-US"/>
              <a:pPr/>
              <a:t>2</a:t>
            </a:fld>
            <a:endParaRPr lang="en-US"/>
          </a:p>
        </p:txBody>
      </p:sp>
      <p:sp>
        <p:nvSpPr>
          <p:cNvPr id="337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4850"/>
            <a:ext cx="4592638" cy="3446463"/>
          </a:xfrm>
          <a:solidFill>
            <a:srgbClr val="FFFFFF"/>
          </a:solidFill>
          <a:ln/>
        </p:spPr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4384675"/>
            <a:ext cx="5146675" cy="4151313"/>
          </a:xfrm>
          <a:solidFill>
            <a:srgbClr val="FFFFFF"/>
          </a:solidFill>
          <a:ln/>
        </p:spPr>
        <p:txBody>
          <a:bodyPr lIns="91623" tIns="45812" rIns="91623" bIns="45812"/>
          <a:lstStyle/>
          <a:p>
            <a:endParaRPr lang="en-US"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endParaRPr lang="de-DE"/>
          </a:p>
          <a:p>
            <a:r>
              <a:rPr lang="de-DE"/>
              <a:t>Author: G. Arheilger, Juniper Networks, EMEA Central</a:t>
            </a:r>
          </a:p>
          <a:p>
            <a:r>
              <a:rPr lang="en-US"/>
              <a:t>Copyright © 2001 Juniper Networks, Inc. All rights reserved.</a:t>
            </a:r>
          </a:p>
        </p:txBody>
      </p:sp>
      <p:sp>
        <p:nvSpPr>
          <p:cNvPr id="34819" name="Rectangle 12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39A0D8-BB55-4887-90ED-3B458C151020}" type="slidenum">
              <a:rPr lang="en-US"/>
              <a:pPr/>
              <a:t>3</a:t>
            </a:fld>
            <a:endParaRPr lang="en-US"/>
          </a:p>
        </p:txBody>
      </p:sp>
      <p:sp>
        <p:nvSpPr>
          <p:cNvPr id="348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4850"/>
            <a:ext cx="4592638" cy="3446463"/>
          </a:xfrm>
          <a:solidFill>
            <a:srgbClr val="FFFFFF"/>
          </a:solidFill>
          <a:ln/>
        </p:spPr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4384675"/>
            <a:ext cx="5146675" cy="4151313"/>
          </a:xfrm>
          <a:solidFill>
            <a:srgbClr val="FFFFFF"/>
          </a:solidFill>
          <a:ln/>
        </p:spPr>
        <p:txBody>
          <a:bodyPr lIns="91623" tIns="45812" rIns="91623" bIns="45812"/>
          <a:lstStyle/>
          <a:p>
            <a:endParaRPr lang="en-US"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1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endParaRPr lang="de-DE"/>
          </a:p>
          <a:p>
            <a:r>
              <a:rPr lang="de-DE"/>
              <a:t>Author: G. Arheilger, Juniper Networks, EMEA Central</a:t>
            </a:r>
          </a:p>
          <a:p>
            <a:r>
              <a:rPr lang="en-US"/>
              <a:t>Copyright © 2001 Juniper Networks, Inc. All rights reserved.</a:t>
            </a:r>
          </a:p>
        </p:txBody>
      </p:sp>
      <p:sp>
        <p:nvSpPr>
          <p:cNvPr id="35843" name="Rectangle 12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DCB10C-C51F-4FF6-8DD6-E847C59AAC69}" type="slidenum">
              <a:rPr lang="en-US"/>
              <a:pPr/>
              <a:t>4</a:t>
            </a:fld>
            <a:endParaRPr lang="en-US"/>
          </a:p>
        </p:txBody>
      </p:sp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4850"/>
            <a:ext cx="4592638" cy="3446463"/>
          </a:xfrm>
          <a:solidFill>
            <a:srgbClr val="FFFFFF"/>
          </a:solidFill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4384675"/>
            <a:ext cx="5146675" cy="4151313"/>
          </a:xfrm>
          <a:solidFill>
            <a:srgbClr val="FFFFFF"/>
          </a:solidFill>
          <a:ln/>
        </p:spPr>
        <p:txBody>
          <a:bodyPr lIns="91623" tIns="45812" rIns="91623" bIns="45812"/>
          <a:lstStyle/>
          <a:p>
            <a:endParaRPr lang="en-US"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1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endParaRPr lang="de-DE"/>
          </a:p>
          <a:p>
            <a:r>
              <a:rPr lang="de-DE"/>
              <a:t>Author: G. Arheilger, Juniper Networks, EMEA Central</a:t>
            </a:r>
          </a:p>
          <a:p>
            <a:r>
              <a:rPr lang="en-US"/>
              <a:t>Copyright © 2001 Juniper Networks, Inc. All rights reserved.</a:t>
            </a:r>
          </a:p>
        </p:txBody>
      </p:sp>
      <p:sp>
        <p:nvSpPr>
          <p:cNvPr id="36867" name="Rectangle 12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0393CF-87A2-4E3E-963C-03423DA251A5}" type="slidenum">
              <a:rPr lang="en-US"/>
              <a:pPr/>
              <a:t>5</a:t>
            </a:fld>
            <a:endParaRPr lang="en-US"/>
          </a:p>
        </p:txBody>
      </p:sp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4850"/>
            <a:ext cx="4592638" cy="3446463"/>
          </a:xfrm>
          <a:solidFill>
            <a:srgbClr val="FFFFFF"/>
          </a:solidFill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4384675"/>
            <a:ext cx="5146675" cy="4151313"/>
          </a:xfrm>
          <a:solidFill>
            <a:srgbClr val="FFFFFF"/>
          </a:solidFill>
          <a:ln/>
        </p:spPr>
        <p:txBody>
          <a:bodyPr lIns="91623" tIns="45812" rIns="91623" bIns="45812"/>
          <a:lstStyle/>
          <a:p>
            <a:endParaRPr lang="en-US"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1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endParaRPr lang="de-DE"/>
          </a:p>
          <a:p>
            <a:r>
              <a:rPr lang="de-DE"/>
              <a:t>Author: G. Arheilger, Juniper Networks, EMEA Central</a:t>
            </a:r>
          </a:p>
          <a:p>
            <a:r>
              <a:rPr lang="en-US"/>
              <a:t>Copyright © 2001 Juniper Networks, Inc. All rights reserved.</a:t>
            </a:r>
          </a:p>
        </p:txBody>
      </p:sp>
      <p:sp>
        <p:nvSpPr>
          <p:cNvPr id="37891" name="Rectangle 12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E233E1-4253-415E-ACF1-5E9924D92170}" type="slidenum">
              <a:rPr lang="en-US"/>
              <a:pPr/>
              <a:t>6</a:t>
            </a:fld>
            <a:endParaRPr lang="en-US"/>
          </a:p>
        </p:txBody>
      </p:sp>
      <p:sp>
        <p:nvSpPr>
          <p:cNvPr id="378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4850"/>
            <a:ext cx="4592638" cy="3446463"/>
          </a:xfrm>
          <a:solidFill>
            <a:srgbClr val="FFFFFF"/>
          </a:solidFill>
          <a:ln/>
        </p:spPr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4384675"/>
            <a:ext cx="5146675" cy="4151313"/>
          </a:xfrm>
          <a:solidFill>
            <a:srgbClr val="FFFFFF"/>
          </a:solidFill>
          <a:ln/>
        </p:spPr>
        <p:txBody>
          <a:bodyPr lIns="91623" tIns="45812" rIns="91623" bIns="45812"/>
          <a:lstStyle/>
          <a:p>
            <a:endParaRPr lang="en-US"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1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endParaRPr lang="de-DE"/>
          </a:p>
          <a:p>
            <a:r>
              <a:rPr lang="de-DE"/>
              <a:t>Author: G. Arheilger, Juniper Networks, EMEA Central</a:t>
            </a:r>
          </a:p>
          <a:p>
            <a:r>
              <a:rPr lang="en-US"/>
              <a:t>Copyright © 2001 Juniper Networks, Inc. All rights reserved.</a:t>
            </a:r>
          </a:p>
        </p:txBody>
      </p:sp>
      <p:sp>
        <p:nvSpPr>
          <p:cNvPr id="38915" name="Rectangle 12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FEC419-4AF1-4373-BE19-F05C5D31A35E}" type="slidenum">
              <a:rPr lang="en-US"/>
              <a:pPr/>
              <a:t>7</a:t>
            </a:fld>
            <a:endParaRPr lang="en-US"/>
          </a:p>
        </p:txBody>
      </p:sp>
      <p:sp>
        <p:nvSpPr>
          <p:cNvPr id="38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4850"/>
            <a:ext cx="4592638" cy="3446463"/>
          </a:xfrm>
          <a:solidFill>
            <a:srgbClr val="FFFFFF"/>
          </a:solidFill>
          <a:ln/>
        </p:spPr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4384675"/>
            <a:ext cx="5146675" cy="4151313"/>
          </a:xfrm>
          <a:solidFill>
            <a:srgbClr val="FFFFFF"/>
          </a:solidFill>
          <a:ln/>
        </p:spPr>
        <p:txBody>
          <a:bodyPr lIns="91623" tIns="45812" rIns="91623" bIns="45812"/>
          <a:lstStyle/>
          <a:p>
            <a:endParaRPr lang="en-US" sz="9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1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endParaRPr lang="de-DE"/>
          </a:p>
          <a:p>
            <a:r>
              <a:rPr lang="de-DE"/>
              <a:t>Author: G. Arheilger, Juniper Networks, EMEA Central</a:t>
            </a:r>
          </a:p>
          <a:p>
            <a:r>
              <a:rPr lang="en-US"/>
              <a:t>Copyright © 2001 Juniper Networks, Inc. All rights reserved.</a:t>
            </a:r>
          </a:p>
        </p:txBody>
      </p:sp>
      <p:sp>
        <p:nvSpPr>
          <p:cNvPr id="39939" name="Rectangle 12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D6596F-6185-4C61-945B-851A471F250B}" type="slidenum">
              <a:rPr lang="en-US"/>
              <a:pPr/>
              <a:t>8</a:t>
            </a:fld>
            <a:endParaRPr lang="en-US"/>
          </a:p>
        </p:txBody>
      </p:sp>
      <p:sp>
        <p:nvSpPr>
          <p:cNvPr id="399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4850"/>
            <a:ext cx="4592638" cy="3446463"/>
          </a:xfrm>
          <a:solidFill>
            <a:srgbClr val="FFFFFF"/>
          </a:solidFill>
          <a:ln/>
        </p:spPr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4384675"/>
            <a:ext cx="5146675" cy="4151313"/>
          </a:xfrm>
          <a:solidFill>
            <a:srgbClr val="FFFFFF"/>
          </a:solidFill>
          <a:ln/>
        </p:spPr>
        <p:txBody>
          <a:bodyPr lIns="91623" tIns="45812" rIns="91623" bIns="45812"/>
          <a:lstStyle/>
          <a:p>
            <a:endParaRPr lang="en-US"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endParaRPr lang="de-DE"/>
          </a:p>
          <a:p>
            <a:r>
              <a:rPr lang="de-DE"/>
              <a:t>Author: G. Arheilger, Juniper Networks, EMEA Central</a:t>
            </a:r>
          </a:p>
          <a:p>
            <a:r>
              <a:rPr lang="en-US"/>
              <a:t>Copyright © 2001 Juniper Networks, Inc. All rights reserved.</a:t>
            </a:r>
          </a:p>
        </p:txBody>
      </p:sp>
      <p:sp>
        <p:nvSpPr>
          <p:cNvPr id="40963" name="Rectangle 12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0DECB7-D7D9-4490-95BD-F3927183F8B4}" type="slidenum">
              <a:rPr lang="en-US"/>
              <a:pPr/>
              <a:t>9</a:t>
            </a:fld>
            <a:endParaRPr lang="en-US"/>
          </a:p>
        </p:txBody>
      </p:sp>
      <p:sp>
        <p:nvSpPr>
          <p:cNvPr id="409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4850"/>
            <a:ext cx="4592638" cy="3446463"/>
          </a:xfrm>
          <a:solidFill>
            <a:srgbClr val="FFFFFF"/>
          </a:solidFill>
          <a:ln/>
        </p:spPr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4384675"/>
            <a:ext cx="5146675" cy="4151313"/>
          </a:xfrm>
          <a:solidFill>
            <a:srgbClr val="FFFFFF"/>
          </a:solidFill>
          <a:ln/>
        </p:spPr>
        <p:txBody>
          <a:bodyPr lIns="91623" tIns="45812" rIns="91623" bIns="45812"/>
          <a:lstStyle/>
          <a:p>
            <a:endParaRPr lang="en-US"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1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endParaRPr lang="de-DE"/>
          </a:p>
          <a:p>
            <a:r>
              <a:rPr lang="de-DE"/>
              <a:t>Author: G. Arheilger, Juniper Networks, EMEA Central</a:t>
            </a:r>
          </a:p>
          <a:p>
            <a:r>
              <a:rPr lang="en-US"/>
              <a:t>Copyright © 2001 Juniper Networks, Inc. All rights reserved.</a:t>
            </a:r>
          </a:p>
        </p:txBody>
      </p:sp>
      <p:sp>
        <p:nvSpPr>
          <p:cNvPr id="41987" name="Rectangle 12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CEC035-470C-4DD0-AF0C-1CEA2C559D7D}" type="slidenum">
              <a:rPr lang="en-US"/>
              <a:pPr/>
              <a:t>10</a:t>
            </a:fld>
            <a:endParaRPr lang="en-US"/>
          </a:p>
        </p:txBody>
      </p:sp>
      <p:sp>
        <p:nvSpPr>
          <p:cNvPr id="419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4850"/>
            <a:ext cx="4592638" cy="3446463"/>
          </a:xfrm>
          <a:solidFill>
            <a:srgbClr val="FFFFFF"/>
          </a:solidFill>
          <a:ln/>
        </p:spPr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4384675"/>
            <a:ext cx="5146675" cy="4151313"/>
          </a:xfrm>
          <a:solidFill>
            <a:srgbClr val="FFFFFF"/>
          </a:solidFill>
          <a:ln/>
        </p:spPr>
        <p:txBody>
          <a:bodyPr lIns="91623" tIns="45812" rIns="91623" bIns="45812"/>
          <a:lstStyle/>
          <a:p>
            <a:endParaRPr lang="en-US"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1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endParaRPr lang="de-DE"/>
          </a:p>
          <a:p>
            <a:r>
              <a:rPr lang="de-DE"/>
              <a:t>Author: G. Arheilger, Juniper Networks, EMEA Central</a:t>
            </a:r>
          </a:p>
          <a:p>
            <a:r>
              <a:rPr lang="en-US"/>
              <a:t>Copyright © 2001 Juniper Networks, Inc. All rights reserved.</a:t>
            </a:r>
          </a:p>
        </p:txBody>
      </p:sp>
      <p:sp>
        <p:nvSpPr>
          <p:cNvPr id="43011" name="Rectangle 12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477679-5FA4-4770-A395-B09A81CF693B}" type="slidenum">
              <a:rPr lang="en-US"/>
              <a:pPr/>
              <a:t>11</a:t>
            </a:fld>
            <a:endParaRPr lang="en-US"/>
          </a:p>
        </p:txBody>
      </p:sp>
      <p:sp>
        <p:nvSpPr>
          <p:cNvPr id="430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4850"/>
            <a:ext cx="4592638" cy="3446463"/>
          </a:xfrm>
          <a:solidFill>
            <a:srgbClr val="FFFFFF"/>
          </a:solidFill>
          <a:ln/>
        </p:spPr>
      </p:sp>
      <p:sp>
        <p:nvSpPr>
          <p:cNvPr id="430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4384675"/>
            <a:ext cx="5146675" cy="4151313"/>
          </a:xfrm>
          <a:solidFill>
            <a:srgbClr val="FFFFFF"/>
          </a:solidFill>
          <a:ln/>
        </p:spPr>
        <p:txBody>
          <a:bodyPr lIns="91623" tIns="45812" rIns="91623" bIns="45812"/>
          <a:lstStyle/>
          <a:p>
            <a:endParaRPr lang="en-US"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95570E56-0D4A-4E18-9498-55D8DBDB5E3F}" type="datetime1">
              <a:rPr lang="en-US"/>
              <a:pPr>
                <a:defRPr/>
              </a:pPr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2CB3DFE-BFFD-4A4D-A2F5-7A89BA227C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686AB47A-D476-400B-8ADB-E89B692D7C47}" type="datetime1">
              <a:rPr lang="en-US"/>
              <a:pPr>
                <a:defRPr/>
              </a:pPr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24BE0D5-D944-41C4-AA85-13A53B7EDC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ABF2E43C-DCBD-4E57-B743-0C86E952B359}" type="datetime1">
              <a:rPr lang="en-US"/>
              <a:pPr>
                <a:defRPr/>
              </a:pPr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86C3551-5B2E-4EE4-A41D-7787B2101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6F44B625-04E7-433D-8451-5BF77552D018}" type="datetime1">
              <a:rPr lang="en-US"/>
              <a:pPr>
                <a:defRPr/>
              </a:pPr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DE090A3-5354-4F7A-872A-26D6E0541B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D1658372-4145-4282-B2F5-345A00904C34}" type="datetime1">
              <a:rPr lang="en-US"/>
              <a:pPr>
                <a:defRPr/>
              </a:pPr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506111A-1BB2-4C12-94A8-0207EF7F72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8A9A400D-0128-4DA4-BA9B-475B1888B13B}" type="datetime1">
              <a:rPr lang="en-US"/>
              <a:pPr>
                <a:defRPr/>
              </a:pPr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04F1B6-DE9F-47FE-B69D-778A39F0E2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7F08E741-65DF-4D7D-9402-C251040620F9}" type="datetime1">
              <a:rPr lang="en-US"/>
              <a:pPr>
                <a:defRPr/>
              </a:pPr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A52F6B-90F6-4ABA-A5D9-39BCC30699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5539F010-00FF-4FEB-A2B5-6E7D7BFD0B8C}" type="datetime1">
              <a:rPr lang="en-US"/>
              <a:pPr>
                <a:defRPr/>
              </a:pPr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7BCA6D5-7E99-434B-86A8-5DBD77730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48AEED3F-6AF3-4611-B8AB-E2D08C3744F8}" type="datetime1">
              <a:rPr lang="en-US"/>
              <a:pPr>
                <a:defRPr/>
              </a:pPr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E901FBC-2CAC-4B85-AC09-16618A37FC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2CA136CA-E215-4071-A59D-EBB8D7DB0854}" type="datetime1">
              <a:rPr lang="en-US"/>
              <a:pPr>
                <a:defRPr/>
              </a:pPr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CE68386-4444-4758-A508-6876027247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>
              <a:defRPr/>
            </a:pPr>
            <a:fld id="{CD2CAFCA-4DB3-49EB-9520-DE1F710B48A5}" type="datetime1">
              <a:rPr lang="en-US"/>
              <a:pPr>
                <a:defRPr/>
              </a:pPr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0" hangingPunct="0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BCE4549-43CB-43D2-BB53-CBF2023F2A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u="none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0D4D101-E730-4CD8-93E6-C8257D1E489F}" type="datetime1">
              <a:rPr lang="en-US"/>
              <a:pPr>
                <a:defRPr/>
              </a:pPr>
              <a:t>10/16/2026</a:t>
            </a:fld>
            <a:endParaRPr lang="en-US">
              <a:solidFill>
                <a:srgbClr val="4471A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u="none">
                <a:solidFill>
                  <a:srgbClr val="4471A6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 u="none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CDCA6D5-10A0-4D01-AA8C-35D8BBF41A03}" type="slidenum">
              <a:rPr lang="en-US"/>
              <a:pPr>
                <a:defRPr/>
              </a:pPr>
              <a:t>‹#›</a:t>
            </a:fld>
            <a:endParaRPr lang="en-US">
              <a:solidFill>
                <a:srgbClr val="4471A6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</p:sldLayoutIdLst>
  <p:transition>
    <p:wipe dir="r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9"/>
          <p:cNvSpPr>
            <a:spLocks noGrp="1" noChangeArrowheads="1"/>
          </p:cNvSpPr>
          <p:nvPr>
            <p:ph idx="1"/>
          </p:nvPr>
        </p:nvSpPr>
        <p:spPr>
          <a:xfrm>
            <a:off x="685800" y="1352550"/>
            <a:ext cx="7916863" cy="53530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/>
              <a:t>Question 1</a:t>
            </a:r>
          </a:p>
          <a:p>
            <a:pPr eaLnBrk="1" hangingPunct="1">
              <a:lnSpc>
                <a:spcPct val="90000"/>
              </a:lnSpc>
            </a:pPr>
            <a:endParaRPr lang="en-US" b="1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You are assigned with the following IPv6 prefix = </a:t>
            </a:r>
            <a:r>
              <a:rPr lang="en-US" b="1" dirty="0">
                <a:solidFill>
                  <a:srgbClr val="FF0000"/>
                </a:solidFill>
              </a:rPr>
              <a:t>2100::/16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Subnet the given prefix to a prefix sized </a:t>
            </a:r>
            <a:r>
              <a:rPr lang="en-US" b="1" dirty="0">
                <a:solidFill>
                  <a:srgbClr val="FF0000"/>
                </a:solidFill>
              </a:rPr>
              <a:t>/20</a:t>
            </a:r>
          </a:p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2100:</a:t>
            </a:r>
            <a:r>
              <a:rPr lang="en-US" b="1" dirty="0"/>
              <a:t>0</a:t>
            </a:r>
            <a:r>
              <a:rPr lang="en-US" b="1" dirty="0">
                <a:solidFill>
                  <a:srgbClr val="FF0000"/>
                </a:solidFill>
              </a:rPr>
              <a:t>::/20</a:t>
            </a:r>
          </a:p>
          <a:p>
            <a:pPr eaLnBrk="1" hangingPunct="1">
              <a:lnSpc>
                <a:spcPct val="90000"/>
              </a:lnSpc>
            </a:pPr>
            <a:r>
              <a:rPr lang="en-US" b="1" dirty="0"/>
              <a:t>0 = 0000		2100:0::/20</a:t>
            </a:r>
          </a:p>
          <a:p>
            <a:pPr eaLnBrk="1" hangingPunct="1">
              <a:lnSpc>
                <a:spcPct val="90000"/>
              </a:lnSpc>
            </a:pPr>
            <a:r>
              <a:rPr lang="en-US" b="1" dirty="0"/>
              <a:t>       0001		2100:1::/20</a:t>
            </a:r>
          </a:p>
          <a:p>
            <a:pPr eaLnBrk="1" hangingPunct="1">
              <a:lnSpc>
                <a:spcPct val="90000"/>
              </a:lnSpc>
            </a:pPr>
            <a:r>
              <a:rPr lang="en-US" b="1" dirty="0"/>
              <a:t>       0010		2100:2::/20</a:t>
            </a:r>
          </a:p>
          <a:p>
            <a:pPr eaLnBrk="1" hangingPunct="1">
              <a:lnSpc>
                <a:spcPct val="90000"/>
              </a:lnSpc>
            </a:pPr>
            <a:r>
              <a:rPr lang="en-US" b="1" dirty="0"/>
              <a:t>       1111		2100:F::/20</a:t>
            </a:r>
          </a:p>
        </p:txBody>
      </p:sp>
      <p:sp>
        <p:nvSpPr>
          <p:cNvPr id="14341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marL="484188"/>
            <a:r>
              <a:rPr lang="en-US">
                <a:solidFill>
                  <a:srgbClr val="749CDC"/>
                </a:solidFill>
              </a:rPr>
              <a:t>Subnetting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80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077200" y="609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9"/>
          <p:cNvSpPr>
            <a:spLocks noGrp="1" noChangeArrowheads="1"/>
          </p:cNvSpPr>
          <p:nvPr>
            <p:ph idx="1"/>
          </p:nvPr>
        </p:nvSpPr>
        <p:spPr>
          <a:xfrm>
            <a:off x="685800" y="1352550"/>
            <a:ext cx="7916863" cy="46402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/>
              <a:t>Question 3</a:t>
            </a:r>
          </a:p>
          <a:p>
            <a:pPr eaLnBrk="1" hangingPunct="1">
              <a:lnSpc>
                <a:spcPct val="90000"/>
              </a:lnSpc>
            </a:pPr>
            <a:endParaRPr lang="en-US" b="1"/>
          </a:p>
          <a:p>
            <a:pPr eaLnBrk="1" hangingPunct="1">
              <a:lnSpc>
                <a:spcPct val="90000"/>
              </a:lnSpc>
            </a:pPr>
            <a:r>
              <a:rPr lang="en-US"/>
              <a:t>You are assigned with the following IPv6 prefix = </a:t>
            </a:r>
            <a:r>
              <a:rPr lang="en-US" b="1">
                <a:solidFill>
                  <a:srgbClr val="FF0000"/>
                </a:solidFill>
              </a:rPr>
              <a:t>2888::/20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Subnet the given prefix to a prefix sized </a:t>
            </a:r>
            <a:r>
              <a:rPr lang="en-US" b="1">
                <a:solidFill>
                  <a:srgbClr val="FF0000"/>
                </a:solidFill>
              </a:rPr>
              <a:t>/24</a:t>
            </a:r>
          </a:p>
        </p:txBody>
      </p:sp>
      <p:sp>
        <p:nvSpPr>
          <p:cNvPr id="16389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marL="484188"/>
            <a:r>
              <a:rPr lang="en-US">
                <a:solidFill>
                  <a:srgbClr val="749CDC"/>
                </a:solidFill>
              </a:rPr>
              <a:t>Subnetting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80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077200" y="609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9"/>
          <p:cNvSpPr>
            <a:spLocks noGrp="1" noChangeArrowheads="1"/>
          </p:cNvSpPr>
          <p:nvPr>
            <p:ph idx="1"/>
          </p:nvPr>
        </p:nvSpPr>
        <p:spPr>
          <a:xfrm>
            <a:off x="685800" y="1352550"/>
            <a:ext cx="7916863" cy="46402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/>
              <a:t>Question 4</a:t>
            </a:r>
          </a:p>
          <a:p>
            <a:pPr eaLnBrk="1" hangingPunct="1">
              <a:lnSpc>
                <a:spcPct val="90000"/>
              </a:lnSpc>
            </a:pPr>
            <a:endParaRPr lang="en-US" b="1"/>
          </a:p>
          <a:p>
            <a:pPr eaLnBrk="1" hangingPunct="1">
              <a:lnSpc>
                <a:spcPct val="90000"/>
              </a:lnSpc>
            </a:pPr>
            <a:r>
              <a:rPr lang="en-US"/>
              <a:t>You are assigned with the following IPv6 prefix = </a:t>
            </a:r>
            <a:r>
              <a:rPr lang="en-US" b="1">
                <a:solidFill>
                  <a:srgbClr val="FF0000"/>
                </a:solidFill>
              </a:rPr>
              <a:t>3FFE:10:/28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Subnet the given prefix to a prefix sized </a:t>
            </a:r>
            <a:r>
              <a:rPr lang="en-US" b="1">
                <a:solidFill>
                  <a:srgbClr val="FF0000"/>
                </a:solidFill>
              </a:rPr>
              <a:t>/32</a:t>
            </a:r>
          </a:p>
        </p:txBody>
      </p:sp>
      <p:sp>
        <p:nvSpPr>
          <p:cNvPr id="17413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marL="484188"/>
            <a:r>
              <a:rPr lang="en-US">
                <a:solidFill>
                  <a:srgbClr val="749CDC"/>
                </a:solidFill>
              </a:rPr>
              <a:t>Subnetting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80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077200" y="609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9"/>
          <p:cNvSpPr>
            <a:spLocks noGrp="1" noChangeArrowheads="1"/>
          </p:cNvSpPr>
          <p:nvPr>
            <p:ph idx="1"/>
          </p:nvPr>
        </p:nvSpPr>
        <p:spPr>
          <a:xfrm>
            <a:off x="685800" y="1352550"/>
            <a:ext cx="7916863" cy="46402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/>
              <a:t>Question 5</a:t>
            </a:r>
          </a:p>
          <a:p>
            <a:pPr eaLnBrk="1" hangingPunct="1">
              <a:lnSpc>
                <a:spcPct val="90000"/>
              </a:lnSpc>
            </a:pPr>
            <a:endParaRPr lang="en-US" b="1"/>
          </a:p>
          <a:p>
            <a:pPr eaLnBrk="1" hangingPunct="1">
              <a:lnSpc>
                <a:spcPct val="90000"/>
              </a:lnSpc>
            </a:pPr>
            <a:r>
              <a:rPr lang="en-US"/>
              <a:t>You are assigned with the following IPv6 prefix = </a:t>
            </a:r>
            <a:r>
              <a:rPr lang="en-US" b="1">
                <a:solidFill>
                  <a:srgbClr val="FF0000"/>
                </a:solidFill>
              </a:rPr>
              <a:t>2600:/20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Subnet the given prefix to a prefix sized </a:t>
            </a:r>
            <a:r>
              <a:rPr lang="en-US" b="1">
                <a:solidFill>
                  <a:srgbClr val="FF0000"/>
                </a:solidFill>
              </a:rPr>
              <a:t>/24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Subnet the </a:t>
            </a:r>
            <a:r>
              <a:rPr lang="en-US" b="1">
                <a:solidFill>
                  <a:srgbClr val="FF0000"/>
                </a:solidFill>
              </a:rPr>
              <a:t>1</a:t>
            </a:r>
            <a:r>
              <a:rPr lang="en-US" b="1" baseline="30000">
                <a:solidFill>
                  <a:srgbClr val="FF0000"/>
                </a:solidFill>
              </a:rPr>
              <a:t>st</a:t>
            </a:r>
            <a:r>
              <a:rPr lang="en-US" b="1">
                <a:solidFill>
                  <a:srgbClr val="FF0000"/>
                </a:solidFill>
              </a:rPr>
              <a:t> (first) </a:t>
            </a:r>
            <a:r>
              <a:rPr lang="en-US"/>
              <a:t>and </a:t>
            </a:r>
            <a:r>
              <a:rPr lang="en-US" b="1">
                <a:solidFill>
                  <a:srgbClr val="FF0000"/>
                </a:solidFill>
              </a:rPr>
              <a:t>Last</a:t>
            </a:r>
            <a:r>
              <a:rPr lang="en-US"/>
              <a:t> /24 to a prefix sized </a:t>
            </a:r>
            <a:r>
              <a:rPr lang="en-US" b="1">
                <a:solidFill>
                  <a:srgbClr val="FF0000"/>
                </a:solidFill>
              </a:rPr>
              <a:t>/38</a:t>
            </a:r>
          </a:p>
        </p:txBody>
      </p:sp>
      <p:sp>
        <p:nvSpPr>
          <p:cNvPr id="1843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marL="484188"/>
            <a:r>
              <a:rPr lang="en-US">
                <a:solidFill>
                  <a:srgbClr val="749CDC"/>
                </a:solidFill>
              </a:rPr>
              <a:t>Subnetting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80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077200" y="609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9"/>
          <p:cNvSpPr>
            <a:spLocks noGrp="1" noChangeArrowheads="1"/>
          </p:cNvSpPr>
          <p:nvPr>
            <p:ph idx="1"/>
          </p:nvPr>
        </p:nvSpPr>
        <p:spPr>
          <a:xfrm>
            <a:off x="685800" y="1352550"/>
            <a:ext cx="7916863" cy="46402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/>
              <a:t>Question 6</a:t>
            </a:r>
          </a:p>
          <a:p>
            <a:pPr eaLnBrk="1" hangingPunct="1">
              <a:lnSpc>
                <a:spcPct val="90000"/>
              </a:lnSpc>
            </a:pPr>
            <a:endParaRPr lang="en-US" b="1"/>
          </a:p>
          <a:p>
            <a:pPr eaLnBrk="1" hangingPunct="1">
              <a:lnSpc>
                <a:spcPct val="90000"/>
              </a:lnSpc>
            </a:pPr>
            <a:r>
              <a:rPr lang="en-US"/>
              <a:t>You are assigned with the following IPv6 prefix = </a:t>
            </a:r>
            <a:r>
              <a:rPr lang="en-US" b="1">
                <a:solidFill>
                  <a:srgbClr val="FF0000"/>
                </a:solidFill>
              </a:rPr>
              <a:t>A::/24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Subnet the given prefix to a prefix sized </a:t>
            </a:r>
            <a:r>
              <a:rPr lang="en-US" b="1">
                <a:solidFill>
                  <a:srgbClr val="FF0000"/>
                </a:solidFill>
              </a:rPr>
              <a:t>/32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Subnet the </a:t>
            </a:r>
            <a:r>
              <a:rPr lang="en-US" b="1">
                <a:solidFill>
                  <a:srgbClr val="FF0000"/>
                </a:solidFill>
              </a:rPr>
              <a:t>2</a:t>
            </a:r>
            <a:r>
              <a:rPr lang="en-US" b="1" baseline="30000">
                <a:solidFill>
                  <a:srgbClr val="FF0000"/>
                </a:solidFill>
              </a:rPr>
              <a:t>nd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/>
              <a:t> and </a:t>
            </a:r>
            <a:r>
              <a:rPr lang="en-US" b="1">
                <a:solidFill>
                  <a:srgbClr val="FF0000"/>
                </a:solidFill>
              </a:rPr>
              <a:t>2</a:t>
            </a:r>
            <a:r>
              <a:rPr lang="en-US" b="1" baseline="30000">
                <a:solidFill>
                  <a:srgbClr val="FF0000"/>
                </a:solidFill>
              </a:rPr>
              <a:t>nd</a:t>
            </a:r>
            <a:r>
              <a:rPr lang="en-US" b="1">
                <a:solidFill>
                  <a:srgbClr val="FF0000"/>
                </a:solidFill>
              </a:rPr>
              <a:t> Last </a:t>
            </a:r>
            <a:r>
              <a:rPr lang="en-US"/>
              <a:t>/32 to a prefix sized /36</a:t>
            </a:r>
          </a:p>
        </p:txBody>
      </p:sp>
      <p:sp>
        <p:nvSpPr>
          <p:cNvPr id="19461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marL="484188"/>
            <a:r>
              <a:rPr lang="en-US">
                <a:solidFill>
                  <a:srgbClr val="749CDC"/>
                </a:solidFill>
              </a:rPr>
              <a:t>Subnetting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80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077200" y="609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9"/>
          <p:cNvSpPr>
            <a:spLocks noGrp="1" noChangeArrowheads="1"/>
          </p:cNvSpPr>
          <p:nvPr>
            <p:ph idx="1"/>
          </p:nvPr>
        </p:nvSpPr>
        <p:spPr>
          <a:xfrm>
            <a:off x="685800" y="1352550"/>
            <a:ext cx="7916863" cy="46402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/>
              <a:t>Question 7</a:t>
            </a:r>
          </a:p>
          <a:p>
            <a:pPr eaLnBrk="1" hangingPunct="1">
              <a:lnSpc>
                <a:spcPct val="90000"/>
              </a:lnSpc>
            </a:pPr>
            <a:endParaRPr lang="en-US" b="1"/>
          </a:p>
          <a:p>
            <a:pPr eaLnBrk="1" hangingPunct="1">
              <a:lnSpc>
                <a:spcPct val="90000"/>
              </a:lnSpc>
            </a:pPr>
            <a:r>
              <a:rPr lang="en-US"/>
              <a:t>You are assigned with the following IPv6 prefix = </a:t>
            </a:r>
            <a:r>
              <a:rPr lang="en-US" b="1">
                <a:solidFill>
                  <a:srgbClr val="FF0000"/>
                </a:solidFill>
              </a:rPr>
              <a:t>2000::/6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Subnet the given prefix to a prefix sized </a:t>
            </a:r>
            <a:r>
              <a:rPr lang="en-US" b="1">
                <a:solidFill>
                  <a:srgbClr val="FF0000"/>
                </a:solidFill>
              </a:rPr>
              <a:t>/8</a:t>
            </a:r>
          </a:p>
        </p:txBody>
      </p:sp>
      <p:sp>
        <p:nvSpPr>
          <p:cNvPr id="2048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marL="484188"/>
            <a:r>
              <a:rPr lang="en-US">
                <a:solidFill>
                  <a:srgbClr val="749CDC"/>
                </a:solidFill>
              </a:rPr>
              <a:t>Subnetting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80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077200" y="609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9"/>
          <p:cNvSpPr>
            <a:spLocks noGrp="1" noChangeArrowheads="1"/>
          </p:cNvSpPr>
          <p:nvPr>
            <p:ph idx="1"/>
          </p:nvPr>
        </p:nvSpPr>
        <p:spPr>
          <a:xfrm>
            <a:off x="685800" y="1352550"/>
            <a:ext cx="7916863" cy="46402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/>
              <a:t>Question 8</a:t>
            </a:r>
          </a:p>
          <a:p>
            <a:pPr eaLnBrk="1" hangingPunct="1">
              <a:lnSpc>
                <a:spcPct val="90000"/>
              </a:lnSpc>
            </a:pPr>
            <a:endParaRPr lang="en-US" b="1"/>
          </a:p>
          <a:p>
            <a:pPr eaLnBrk="1" hangingPunct="1">
              <a:lnSpc>
                <a:spcPct val="90000"/>
              </a:lnSpc>
            </a:pPr>
            <a:r>
              <a:rPr lang="en-US"/>
              <a:t>You are assigned with the following IPv6 prefix = </a:t>
            </a:r>
            <a:r>
              <a:rPr lang="en-US" b="1">
                <a:solidFill>
                  <a:srgbClr val="FF0000"/>
                </a:solidFill>
              </a:rPr>
              <a:t>2000::/9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Subnet the given prefix to a prefix sized </a:t>
            </a:r>
            <a:r>
              <a:rPr lang="en-US" b="1">
                <a:solidFill>
                  <a:srgbClr val="FF0000"/>
                </a:solidFill>
              </a:rPr>
              <a:t>/13</a:t>
            </a:r>
          </a:p>
        </p:txBody>
      </p:sp>
      <p:sp>
        <p:nvSpPr>
          <p:cNvPr id="21509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marL="484188"/>
            <a:r>
              <a:rPr lang="en-US">
                <a:solidFill>
                  <a:srgbClr val="749CDC"/>
                </a:solidFill>
              </a:rPr>
              <a:t>Subnetting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80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077200" y="609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9"/>
          <p:cNvSpPr>
            <a:spLocks noGrp="1" noChangeArrowheads="1"/>
          </p:cNvSpPr>
          <p:nvPr>
            <p:ph idx="1"/>
          </p:nvPr>
        </p:nvSpPr>
        <p:spPr>
          <a:xfrm>
            <a:off x="685800" y="1352550"/>
            <a:ext cx="7916863" cy="46402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/>
              <a:t>Question 9</a:t>
            </a:r>
          </a:p>
          <a:p>
            <a:pPr eaLnBrk="1" hangingPunct="1">
              <a:lnSpc>
                <a:spcPct val="90000"/>
              </a:lnSpc>
            </a:pPr>
            <a:endParaRPr lang="en-US" b="1"/>
          </a:p>
          <a:p>
            <a:pPr eaLnBrk="1" hangingPunct="1">
              <a:lnSpc>
                <a:spcPct val="90000"/>
              </a:lnSpc>
            </a:pPr>
            <a:r>
              <a:rPr lang="en-US"/>
              <a:t>You are assigned with the following IPv6 prefix = </a:t>
            </a:r>
            <a:r>
              <a:rPr lang="en-US" b="1">
                <a:solidFill>
                  <a:srgbClr val="FF0000"/>
                </a:solidFill>
              </a:rPr>
              <a:t>2888::/13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Subnet the given prefix to a prefix sized </a:t>
            </a:r>
            <a:r>
              <a:rPr lang="en-US" b="1">
                <a:solidFill>
                  <a:srgbClr val="FF0000"/>
                </a:solidFill>
              </a:rPr>
              <a:t>/23</a:t>
            </a:r>
          </a:p>
        </p:txBody>
      </p:sp>
      <p:sp>
        <p:nvSpPr>
          <p:cNvPr id="22533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marL="484188"/>
            <a:r>
              <a:rPr lang="en-US">
                <a:solidFill>
                  <a:srgbClr val="749CDC"/>
                </a:solidFill>
              </a:rPr>
              <a:t>Subnetting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80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077200" y="609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9"/>
          <p:cNvSpPr>
            <a:spLocks noGrp="1" noChangeArrowheads="1"/>
          </p:cNvSpPr>
          <p:nvPr>
            <p:ph idx="1"/>
          </p:nvPr>
        </p:nvSpPr>
        <p:spPr>
          <a:xfrm>
            <a:off x="685800" y="1352550"/>
            <a:ext cx="7916863" cy="46402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/>
              <a:t>Question 10</a:t>
            </a:r>
          </a:p>
          <a:p>
            <a:pPr eaLnBrk="1" hangingPunct="1">
              <a:lnSpc>
                <a:spcPct val="90000"/>
              </a:lnSpc>
            </a:pPr>
            <a:endParaRPr lang="en-US" b="1"/>
          </a:p>
          <a:p>
            <a:pPr eaLnBrk="1" hangingPunct="1">
              <a:lnSpc>
                <a:spcPct val="90000"/>
              </a:lnSpc>
            </a:pPr>
            <a:r>
              <a:rPr lang="en-US"/>
              <a:t>You are assigned with the following IPv6 prefix = </a:t>
            </a:r>
            <a:r>
              <a:rPr lang="en-US" b="1">
                <a:solidFill>
                  <a:srgbClr val="FF0000"/>
                </a:solidFill>
              </a:rPr>
              <a:t>3FFE:E000::/19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Subnet the given prefix to a prefix sized </a:t>
            </a:r>
            <a:r>
              <a:rPr lang="en-US" b="1">
                <a:solidFill>
                  <a:srgbClr val="FF0000"/>
                </a:solidFill>
              </a:rPr>
              <a:t>/27</a:t>
            </a:r>
          </a:p>
        </p:txBody>
      </p:sp>
      <p:sp>
        <p:nvSpPr>
          <p:cNvPr id="2355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marL="484188"/>
            <a:r>
              <a:rPr lang="en-US">
                <a:solidFill>
                  <a:srgbClr val="749CDC"/>
                </a:solidFill>
              </a:rPr>
              <a:t>Subnetting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80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077200" y="609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9"/>
          <p:cNvSpPr>
            <a:spLocks noGrp="1" noChangeArrowheads="1"/>
          </p:cNvSpPr>
          <p:nvPr>
            <p:ph idx="1"/>
          </p:nvPr>
        </p:nvSpPr>
        <p:spPr>
          <a:xfrm>
            <a:off x="685800" y="1352550"/>
            <a:ext cx="7916863" cy="46402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/>
              <a:t>Question 11</a:t>
            </a:r>
          </a:p>
          <a:p>
            <a:pPr eaLnBrk="1" hangingPunct="1">
              <a:lnSpc>
                <a:spcPct val="90000"/>
              </a:lnSpc>
            </a:pPr>
            <a:endParaRPr lang="en-US" b="1"/>
          </a:p>
          <a:p>
            <a:pPr eaLnBrk="1" hangingPunct="1">
              <a:lnSpc>
                <a:spcPct val="90000"/>
              </a:lnSpc>
            </a:pPr>
            <a:r>
              <a:rPr lang="en-US"/>
              <a:t>You are assigned with the following IPv6 prefix = </a:t>
            </a:r>
            <a:r>
              <a:rPr lang="en-US" b="1">
                <a:solidFill>
                  <a:srgbClr val="FF0000"/>
                </a:solidFill>
              </a:rPr>
              <a:t>2600:8008:/29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Subnet the given prefix to a prefix sized </a:t>
            </a:r>
            <a:r>
              <a:rPr lang="en-US" b="1">
                <a:solidFill>
                  <a:srgbClr val="FF0000"/>
                </a:solidFill>
              </a:rPr>
              <a:t>/33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Subnet the </a:t>
            </a:r>
            <a:r>
              <a:rPr lang="en-US" b="1">
                <a:solidFill>
                  <a:srgbClr val="FF0000"/>
                </a:solidFill>
              </a:rPr>
              <a:t>1</a:t>
            </a:r>
            <a:r>
              <a:rPr lang="en-US" b="1" baseline="30000">
                <a:solidFill>
                  <a:srgbClr val="FF0000"/>
                </a:solidFill>
              </a:rPr>
              <a:t>st</a:t>
            </a:r>
            <a:r>
              <a:rPr lang="en-US" b="1">
                <a:solidFill>
                  <a:srgbClr val="FF0000"/>
                </a:solidFill>
              </a:rPr>
              <a:t> (first) </a:t>
            </a:r>
            <a:r>
              <a:rPr lang="en-US"/>
              <a:t>and </a:t>
            </a:r>
            <a:r>
              <a:rPr lang="en-US" b="1">
                <a:solidFill>
                  <a:srgbClr val="FF0000"/>
                </a:solidFill>
              </a:rPr>
              <a:t>Last</a:t>
            </a:r>
            <a:r>
              <a:rPr lang="en-US"/>
              <a:t> /33 to a prefix sized </a:t>
            </a:r>
            <a:r>
              <a:rPr lang="en-US" b="1">
                <a:solidFill>
                  <a:srgbClr val="FF0000"/>
                </a:solidFill>
              </a:rPr>
              <a:t>/37</a:t>
            </a:r>
          </a:p>
        </p:txBody>
      </p:sp>
      <p:sp>
        <p:nvSpPr>
          <p:cNvPr id="24581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marL="484188"/>
            <a:r>
              <a:rPr lang="en-US">
                <a:solidFill>
                  <a:srgbClr val="749CDC"/>
                </a:solidFill>
              </a:rPr>
              <a:t>Subnetting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80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077200" y="609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9"/>
          <p:cNvSpPr>
            <a:spLocks noGrp="1" noChangeArrowheads="1"/>
          </p:cNvSpPr>
          <p:nvPr>
            <p:ph idx="1"/>
          </p:nvPr>
        </p:nvSpPr>
        <p:spPr>
          <a:xfrm>
            <a:off x="685800" y="1352550"/>
            <a:ext cx="7916863" cy="46402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/>
              <a:t>Question 12</a:t>
            </a:r>
          </a:p>
          <a:p>
            <a:pPr eaLnBrk="1" hangingPunct="1">
              <a:lnSpc>
                <a:spcPct val="90000"/>
              </a:lnSpc>
            </a:pPr>
            <a:endParaRPr lang="en-US" b="1"/>
          </a:p>
          <a:p>
            <a:pPr eaLnBrk="1" hangingPunct="1">
              <a:lnSpc>
                <a:spcPct val="90000"/>
              </a:lnSpc>
            </a:pPr>
            <a:r>
              <a:rPr lang="en-US"/>
              <a:t>You are assigned with the following IPv6 prefix = </a:t>
            </a:r>
            <a:r>
              <a:rPr lang="en-US" b="1">
                <a:solidFill>
                  <a:srgbClr val="FF0000"/>
                </a:solidFill>
              </a:rPr>
              <a:t>A:A::/31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Subnet the given prefix to a prefix sized </a:t>
            </a:r>
            <a:r>
              <a:rPr lang="en-US" b="1">
                <a:solidFill>
                  <a:srgbClr val="FF0000"/>
                </a:solidFill>
              </a:rPr>
              <a:t>/35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Subnet the </a:t>
            </a:r>
            <a:r>
              <a:rPr lang="en-US" b="1">
                <a:solidFill>
                  <a:srgbClr val="FF0000"/>
                </a:solidFill>
              </a:rPr>
              <a:t>2</a:t>
            </a:r>
            <a:r>
              <a:rPr lang="en-US" b="1" baseline="30000">
                <a:solidFill>
                  <a:srgbClr val="FF0000"/>
                </a:solidFill>
              </a:rPr>
              <a:t>nd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/>
              <a:t> and </a:t>
            </a:r>
            <a:r>
              <a:rPr lang="en-US" b="1">
                <a:solidFill>
                  <a:srgbClr val="FF0000"/>
                </a:solidFill>
              </a:rPr>
              <a:t>2</a:t>
            </a:r>
            <a:r>
              <a:rPr lang="en-US" b="1" baseline="30000">
                <a:solidFill>
                  <a:srgbClr val="FF0000"/>
                </a:solidFill>
              </a:rPr>
              <a:t>nd</a:t>
            </a:r>
            <a:r>
              <a:rPr lang="en-US" b="1">
                <a:solidFill>
                  <a:srgbClr val="FF0000"/>
                </a:solidFill>
              </a:rPr>
              <a:t> Last </a:t>
            </a:r>
            <a:r>
              <a:rPr lang="en-US"/>
              <a:t>/35 to a prefix sized /47</a:t>
            </a:r>
          </a:p>
        </p:txBody>
      </p:sp>
      <p:sp>
        <p:nvSpPr>
          <p:cNvPr id="2560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marL="484188"/>
            <a:r>
              <a:rPr lang="en-US">
                <a:solidFill>
                  <a:srgbClr val="749CDC"/>
                </a:solidFill>
              </a:rPr>
              <a:t>Subnetting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080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077200" y="609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a network operator in Company A, the company has 15 floor with 8 dept/floor. Each dept has 50 staff. The company also has 39 branch around Indonesia, with 5 dept on each branch. Every dept in a branch has 1000 staff. ISP gives you prefix 2001:db8::/32, please distribute the address given to all the staff!</a:t>
            </a:r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9458</TotalTime>
  <Words>711</Words>
  <Application>Microsoft Office PowerPoint</Application>
  <PresentationFormat>On-screen Show (4:3)</PresentationFormat>
  <Paragraphs>110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Tahoma</vt:lpstr>
      <vt:lpstr>Office Theme</vt:lpstr>
      <vt:lpstr>Subnetting</vt:lpstr>
      <vt:lpstr>Subnetting</vt:lpstr>
      <vt:lpstr>Subnetting</vt:lpstr>
      <vt:lpstr>Subnetting</vt:lpstr>
      <vt:lpstr>Subnetting</vt:lpstr>
      <vt:lpstr>Subnetting</vt:lpstr>
      <vt:lpstr>Subnetting</vt:lpstr>
      <vt:lpstr>Subnetting</vt:lpstr>
      <vt:lpstr>Subnetting</vt:lpstr>
      <vt:lpstr>Subnetting</vt:lpstr>
      <vt:lpstr>Subnetting</vt:lpstr>
      <vt:lpstr>Quiz</vt:lpstr>
    </vt:vector>
  </TitlesOfParts>
  <Company>Juniper Networks,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IPv6</dc:title>
  <dc:creator>Gerold Arheilger</dc:creator>
  <cp:lastModifiedBy>SUPRIYANTO PRAPTODIYONO</cp:lastModifiedBy>
  <cp:revision>452</cp:revision>
  <dcterms:created xsi:type="dcterms:W3CDTF">2010-09-22T05:14:05Z</dcterms:created>
  <dcterms:modified xsi:type="dcterms:W3CDTF">2026-10-16T02:31:55Z</dcterms:modified>
</cp:coreProperties>
</file>